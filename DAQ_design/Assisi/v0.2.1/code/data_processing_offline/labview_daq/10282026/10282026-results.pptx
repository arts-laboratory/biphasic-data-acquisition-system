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102_C9EB5396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61" r:id="rId3"/>
    <p:sldId id="262" r:id="rId4"/>
    <p:sldId id="263" r:id="rId5"/>
    <p:sldId id="259" r:id="rId6"/>
    <p:sldId id="264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6C367B0-5300-5B4F-3091-62559A53AA73}" name="Downey, Austin" initials="AD" userId="S::AUSTINDOWNEY@sc.edu::f266037a-302d-4e65-ae3f-08629f90d52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0EA008-82DD-4DE9-8E33-4EFB8D869763}" v="66" dt="2024-06-17T18:43:59.8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17" autoAdjust="0"/>
    <p:restoredTop sz="94694"/>
  </p:normalViewPr>
  <p:slideViewPr>
    <p:cSldViewPr snapToGrid="0" snapToObjects="1">
      <p:cViewPr varScale="1">
        <p:scale>
          <a:sx n="63" d="100"/>
          <a:sy n="63" d="100"/>
        </p:scale>
        <p:origin x="7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63" d="100"/>
          <a:sy n="163" d="100"/>
        </p:scale>
        <p:origin x="4576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omments/modernComment_102_C9EB539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C0F572B-F0EC-411F-9F73-3F08381BA155}" authorId="{C6C367B0-5300-5B4F-3091-62559A53AA73}" created="2026-08-27T20:58:00.36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87642774" sldId="258"/>
      <ac:picMk id="6" creationId="{7E0840F6-E49F-B367-A919-E7D2DCD72E27}"/>
    </ac:deMkLst>
    <p188:txBody>
      <a:bodyPr/>
      <a:lstStyle/>
      <a:p>
        <a:r>
          <a:rPr lang="en-US"/>
          <a:t>Here is a clean way to have a github repo, this one is to the generic lab website, but replace it with the repo(s) that are important to your project. 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684E1E-E540-AC43-BC13-F90D553055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041BA6-039E-8F4D-B7F7-3C8E20B40A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038C9C-4B69-864E-9EEE-DFA43CC144D2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469921-4617-FB4C-9847-172FF83023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50DCBB-D829-754E-9E76-36A9E36432E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947A92-5E9C-F94E-8B11-4D34C67AD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2213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9A61E-B1D6-C34D-A321-B3E90F6DE630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3E603-0EE4-3042-9661-047EB577E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49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C6703-D0F7-E745-A687-AC990D0C464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34056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 cap="none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6FFF2-58E4-794E-892D-6FF45321C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13939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7C03E-EF71-2C40-9E45-BF08314EE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5991633"/>
            <a:ext cx="2587831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B7CA613-45CE-304E-89CD-A7CD3E387F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674805" y="4461832"/>
            <a:ext cx="2842389" cy="189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4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BC8D6-6BCB-BD4B-B6E0-92A778004E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 cap="none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4099C-8353-F44E-8406-26AC07974C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4376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CCBEF1-4544-884E-86EB-537413909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7F880-2CCE-9044-8CE8-A7CF47CE5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88771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886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9ED37-4F17-3341-80DD-6302FD9C0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 cap="none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6E732-1F86-874D-B35F-F0D15E08E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13372-CC48-6246-83C0-B536F3DCA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5CF31-8755-3E42-B89A-9D67D96D7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35332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65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BC8D6-6BCB-BD4B-B6E0-92A778004E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 cap="none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4099C-8353-F44E-8406-26AC07974C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4376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8CC49-08EF-8048-B6B2-BC247008F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4376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CCBEF1-4544-884E-86EB-537413909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7F880-2CCE-9044-8CE8-A7CF47CE5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88771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532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59A27-C210-CF48-97F8-943B5EBAC6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 cap="none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5EC86A-0D15-764F-AA81-41016E208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633FAA-B5EA-C54D-A18B-17F16CA5F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5974"/>
            <a:ext cx="2670958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224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onclus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4E78-1993-A540-9F01-A28635FB4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396917"/>
            <a:ext cx="10515600" cy="1186267"/>
          </a:xfrm>
        </p:spPr>
        <p:txBody>
          <a:bodyPr anchor="t">
            <a:normAutofit/>
          </a:bodyPr>
          <a:lstStyle>
            <a:lvl1pPr algn="ctr">
              <a:defRPr sz="3600" cap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Thank You for Your 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1F37B-372F-0146-A20D-449355B2540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867949"/>
            <a:ext cx="5493794" cy="1500187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Name:</a:t>
            </a:r>
          </a:p>
          <a:p>
            <a:pPr lvl="0"/>
            <a:r>
              <a:rPr lang="en-US" dirty="0"/>
              <a:t>Title:</a:t>
            </a:r>
          </a:p>
          <a:p>
            <a:pPr lvl="0"/>
            <a:r>
              <a:rPr lang="en-US" dirty="0"/>
              <a:t>Email: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F9AC280-2351-6C45-82F9-60D04CD015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756810" y="5337313"/>
            <a:ext cx="4916491" cy="101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776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4E78-1993-A540-9F01-A28635FB4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835866"/>
            <a:ext cx="10515600" cy="1186267"/>
          </a:xfrm>
        </p:spPr>
        <p:txBody>
          <a:bodyPr anchor="t">
            <a:normAutofit/>
          </a:bodyPr>
          <a:lstStyle>
            <a:lvl1pPr algn="ctr">
              <a:defRPr sz="3600" cap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Break</a:t>
            </a:r>
          </a:p>
        </p:txBody>
      </p:sp>
    </p:spTree>
    <p:extLst>
      <p:ext uri="{BB962C8B-B14F-4D97-AF65-F5344CB8AC3E}">
        <p14:creationId xmlns:p14="http://schemas.microsoft.com/office/powerpoint/2010/main" val="261356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4BC199-4655-F541-83EE-721E1D086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45D78-BC86-6C4A-8173-07BC8BF4F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99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9E362-4DC4-BA42-AD46-DCFCBF72CE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00432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AB465-CD1B-7A41-8A74-7F4A07B23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0043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9AFF7-6653-6A4D-A979-64D2F5BECA2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30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2" r:id="rId4"/>
    <p:sldLayoutId id="2147483654" r:id="rId5"/>
    <p:sldLayoutId id="2147483658" r:id="rId6"/>
    <p:sldLayoutId id="2147483659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8/10/relationships/comments" Target="../comments/modernComment_102_C9EB539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F9F61-B891-3944-9E22-503B0C38A7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10/28/2026 Biphasic Test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96A461-863C-424F-BAE7-45F2ACA74C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With Sydney!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FB2FF-1748-1752-C51A-ED679CCD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AFF7-6653-6A4D-A979-64D2F5BECA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00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703AC-670E-A4B8-DA6D-85DC55E7A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Break</a:t>
            </a:r>
          </a:p>
        </p:txBody>
      </p:sp>
    </p:spTree>
    <p:extLst>
      <p:ext uri="{BB962C8B-B14F-4D97-AF65-F5344CB8AC3E}">
        <p14:creationId xmlns:p14="http://schemas.microsoft.com/office/powerpoint/2010/main" val="4082244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E83B4-0509-9C55-5923-99915535E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0C4AC-E0F9-23AB-B464-7B04810ACB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C2CD3-28C2-5F63-BAFA-E9FA17907AC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BDD2AC-E4D3-CA9E-855E-8EE42A12C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AFF7-6653-6A4D-A979-64D2F5BECA2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979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A3878-57F0-E7C6-608E-66E745A6D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EEC3B-F35D-A4C7-769E-CF68EEC151F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2E79C8-DCBC-C9F3-1268-EBC0452A53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20EB8B-6BF4-5DD2-8D0F-CD5FF082A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AFF7-6653-6A4D-A979-64D2F5BECA2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459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9F20D-37E0-6C63-ADE5-9C60C55F8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Curves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01243-2208-2679-FAC7-1F79824A90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Bullet number one</a:t>
            </a:r>
          </a:p>
          <a:p>
            <a:r>
              <a:rPr lang="en-US" dirty="0"/>
              <a:t>A second bullet</a:t>
            </a:r>
          </a:p>
          <a:p>
            <a:r>
              <a:rPr lang="en-US" dirty="0"/>
              <a:t>A final, third bullet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1B207A-02DF-2B56-07F8-69842B42FCD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Bullet number one</a:t>
            </a:r>
          </a:p>
          <a:p>
            <a:r>
              <a:rPr lang="en-US" dirty="0"/>
              <a:t>A second bullet</a:t>
            </a:r>
          </a:p>
          <a:p>
            <a:r>
              <a:rPr lang="en-US" dirty="0"/>
              <a:t>A final, third bullet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784A06-4452-76C2-E9CF-B1F57F106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AFF7-6653-6A4D-A979-64D2F5BECA2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368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32CD5-C25A-5D4B-6165-566469CF9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F280D-7ED5-BC03-D78C-45113F767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 Results: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089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14FC6-FE3D-7B45-84BE-3C726AB1D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473F4-C73D-8C4A-8929-A707A3759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67949"/>
            <a:ext cx="5741478" cy="1500187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Name: [The presenter’s name]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Title: [The presenter’s title]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Email: [The presenter’s email]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GitHub:[The presenter’s </a:t>
            </a:r>
            <a:r>
              <a:rPr lang="en-US" dirty="0" err="1"/>
              <a:t>github</a:t>
            </a:r>
            <a:r>
              <a:rPr lang="en-US" dirty="0"/>
              <a:t> or other relevant link]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0840F6-E49F-B367-A919-E7D2DCD72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317" y="2797586"/>
            <a:ext cx="1262828" cy="1262828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F96EA1F-2A53-AE93-CC53-759D172C3E8B}"/>
              </a:ext>
            </a:extLst>
          </p:cNvPr>
          <p:cNvSpPr txBox="1">
            <a:spLocks/>
          </p:cNvSpPr>
          <p:nvPr/>
        </p:nvSpPr>
        <p:spPr>
          <a:xfrm>
            <a:off x="3719808" y="2561499"/>
            <a:ext cx="3319469" cy="12628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/>
              <a:t>ARTS-Lab</a:t>
            </a:r>
          </a:p>
          <a:p>
            <a:pPr algn="ctr"/>
            <a:r>
              <a:rPr lang="en-US" dirty="0"/>
              <a:t>github.com/Arts-laboratory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3C047E-AF1D-9A74-599C-148F4F813796}"/>
              </a:ext>
            </a:extLst>
          </p:cNvPr>
          <p:cNvSpPr/>
          <p:nvPr/>
        </p:nvSpPr>
        <p:spPr>
          <a:xfrm>
            <a:off x="3340123" y="2548154"/>
            <a:ext cx="5511755" cy="1778000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64277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UofSC Simple Theme">
  <a:themeElements>
    <a:clrScheme name="Custom 1">
      <a:dk1>
        <a:srgbClr val="000000"/>
      </a:dk1>
      <a:lt1>
        <a:srgbClr val="FFFFFF"/>
      </a:lt1>
      <a:dk2>
        <a:srgbClr val="73000A"/>
      </a:dk2>
      <a:lt2>
        <a:srgbClr val="E7E6E6"/>
      </a:lt2>
      <a:accent1>
        <a:srgbClr val="0D3841"/>
      </a:accent1>
      <a:accent2>
        <a:srgbClr val="E23B38"/>
      </a:accent2>
      <a:accent3>
        <a:srgbClr val="759005"/>
      </a:accent3>
      <a:accent4>
        <a:srgbClr val="FFF89E"/>
      </a:accent4>
      <a:accent5>
        <a:srgbClr val="3277B6"/>
      </a:accent5>
      <a:accent6>
        <a:srgbClr val="C1D832"/>
      </a:accent6>
      <a:hlink>
        <a:srgbClr val="73000A"/>
      </a:hlink>
      <a:folHlink>
        <a:srgbClr val="E23B38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0E35BC0C-4535-7F41-8EDB-CB375E44534D}" vid="{89EE9AB1-1FC3-EE42-B60A-9165AA8342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usc_engineering_powerpoint</Template>
  <TotalTime>78</TotalTime>
  <Words>83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UofSC Simple Theme</vt:lpstr>
      <vt:lpstr>10/28/2026 Biphasic Test Results</vt:lpstr>
      <vt:lpstr>Section Break</vt:lpstr>
      <vt:lpstr>Test Setup</vt:lpstr>
      <vt:lpstr>Test Procedure</vt:lpstr>
      <vt:lpstr>Overall Curves</vt:lpstr>
      <vt:lpstr>Individual Results: 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Austin Downey</dc:creator>
  <cp:lastModifiedBy>Morris, Sydney</cp:lastModifiedBy>
  <cp:revision>19</cp:revision>
  <dcterms:created xsi:type="dcterms:W3CDTF">2024-06-17T18:22:44Z</dcterms:created>
  <dcterms:modified xsi:type="dcterms:W3CDTF">2026-10-28T16:49:40Z</dcterms:modified>
</cp:coreProperties>
</file>